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211763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9642"/>
    <a:srgbClr val="A97F2F"/>
    <a:srgbClr val="2E77AB"/>
    <a:srgbClr val="466C4B"/>
    <a:srgbClr val="90719F"/>
    <a:srgbClr val="72AEB6"/>
    <a:srgbClr val="134B73"/>
    <a:srgbClr val="3B3A3E"/>
    <a:srgbClr val="D97D21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A6BDC-F0BB-46B2-BE86-E694FFD4FAA4}" v="14" dt="2025-12-11T15:37:08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4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undo custSel modSld">
      <pc:chgData name="Gilbert, Neil" userId="37be9f5c-8f28-415b-96d6-624acf93bb3f" providerId="ADAL" clId="{18ED56B6-1921-416C-9A28-3F6F3C8390B5}" dt="2025-12-11T15:42:53.739" v="149" actId="1076"/>
      <pc:docMkLst>
        <pc:docMk/>
      </pc:docMkLst>
      <pc:sldChg chg="addSp delSp modSp mod">
        <pc:chgData name="Gilbert, Neil" userId="37be9f5c-8f28-415b-96d6-624acf93bb3f" providerId="ADAL" clId="{18ED56B6-1921-416C-9A28-3F6F3C8390B5}" dt="2025-12-11T15:42:53.739" v="149" actId="1076"/>
        <pc:sldMkLst>
          <pc:docMk/>
          <pc:sldMk cId="755672297" sldId="256"/>
        </pc:sldMkLst>
        <pc:spChg chg="add mod">
          <ac:chgData name="Gilbert, Neil" userId="37be9f5c-8f28-415b-96d6-624acf93bb3f" providerId="ADAL" clId="{18ED56B6-1921-416C-9A28-3F6F3C8390B5}" dt="2025-12-11T14:53:14.767" v="9" actId="1076"/>
          <ac:spMkLst>
            <pc:docMk/>
            <pc:sldMk cId="755672297" sldId="256"/>
            <ac:spMk id="3" creationId="{29B1786E-DB3B-8E11-AE2A-2CF0E128918B}"/>
          </ac:spMkLst>
        </pc:spChg>
        <pc:spChg chg="add mod">
          <ac:chgData name="Gilbert, Neil" userId="37be9f5c-8f28-415b-96d6-624acf93bb3f" providerId="ADAL" clId="{18ED56B6-1921-416C-9A28-3F6F3C8390B5}" dt="2025-12-11T15:39:00.900" v="129" actId="207"/>
          <ac:spMkLst>
            <pc:docMk/>
            <pc:sldMk cId="755672297" sldId="256"/>
            <ac:spMk id="5" creationId="{C972BC6D-28C0-31AD-0895-FB07026EA6A9}"/>
          </ac:spMkLst>
        </pc:spChg>
        <pc:spChg chg="ord">
          <ac:chgData name="Gilbert, Neil" userId="37be9f5c-8f28-415b-96d6-624acf93bb3f" providerId="ADAL" clId="{18ED56B6-1921-416C-9A28-3F6F3C8390B5}" dt="2025-12-11T15:42:49.077" v="148" actId="166"/>
          <ac:spMkLst>
            <pc:docMk/>
            <pc:sldMk cId="755672297" sldId="256"/>
            <ac:spMk id="7" creationId="{4B50D599-479B-F819-01A8-8622EE24BB7A}"/>
          </ac:spMkLst>
        </pc:spChg>
        <pc:spChg chg="add mod">
          <ac:chgData name="Gilbert, Neil" userId="37be9f5c-8f28-415b-96d6-624acf93bb3f" providerId="ADAL" clId="{18ED56B6-1921-416C-9A28-3F6F3C8390B5}" dt="2025-12-11T14:54:22.738" v="29" actId="1076"/>
          <ac:spMkLst>
            <pc:docMk/>
            <pc:sldMk cId="755672297" sldId="256"/>
            <ac:spMk id="8" creationId="{4AEC144C-3924-93BF-509D-5E1B159C3A11}"/>
          </ac:spMkLst>
        </pc:spChg>
        <pc:spChg chg="add mod">
          <ac:chgData name="Gilbert, Neil" userId="37be9f5c-8f28-415b-96d6-624acf93bb3f" providerId="ADAL" clId="{18ED56B6-1921-416C-9A28-3F6F3C8390B5}" dt="2025-12-11T15:42:16.631" v="143" actId="1076"/>
          <ac:spMkLst>
            <pc:docMk/>
            <pc:sldMk cId="755672297" sldId="256"/>
            <ac:spMk id="9" creationId="{8BC295CF-92B9-6874-9FEE-50656EAE389B}"/>
          </ac:spMkLst>
        </pc:spChg>
        <pc:spChg chg="add mod">
          <ac:chgData name="Gilbert, Neil" userId="37be9f5c-8f28-415b-96d6-624acf93bb3f" providerId="ADAL" clId="{18ED56B6-1921-416C-9A28-3F6F3C8390B5}" dt="2025-12-11T15:41:32.117" v="136" actId="1076"/>
          <ac:spMkLst>
            <pc:docMk/>
            <pc:sldMk cId="755672297" sldId="256"/>
            <ac:spMk id="12" creationId="{298CA453-F773-98A6-F16A-E6B55B8176CE}"/>
          </ac:spMkLst>
        </pc:spChg>
        <pc:spChg chg="add mod">
          <ac:chgData name="Gilbert, Neil" userId="37be9f5c-8f28-415b-96d6-624acf93bb3f" providerId="ADAL" clId="{18ED56B6-1921-416C-9A28-3F6F3C8390B5}" dt="2025-12-11T15:38:03.918" v="119" actId="1076"/>
          <ac:spMkLst>
            <pc:docMk/>
            <pc:sldMk cId="755672297" sldId="256"/>
            <ac:spMk id="13" creationId="{8BD61F72-77AB-E206-AF12-E1803864EB7F}"/>
          </ac:spMkLst>
        </pc:spChg>
        <pc:spChg chg="add mod">
          <ac:chgData name="Gilbert, Neil" userId="37be9f5c-8f28-415b-96d6-624acf93bb3f" providerId="ADAL" clId="{18ED56B6-1921-416C-9A28-3F6F3C8390B5}" dt="2025-12-11T15:42:01.658" v="141" actId="1076"/>
          <ac:spMkLst>
            <pc:docMk/>
            <pc:sldMk cId="755672297" sldId="256"/>
            <ac:spMk id="15" creationId="{EE9AC9D5-6C40-1FE8-E495-1CDFFF52722A}"/>
          </ac:spMkLst>
        </pc:spChg>
        <pc:spChg chg="add mod">
          <ac:chgData name="Gilbert, Neil" userId="37be9f5c-8f28-415b-96d6-624acf93bb3f" providerId="ADAL" clId="{18ED56B6-1921-416C-9A28-3F6F3C8390B5}" dt="2025-12-11T15:26:47.676" v="74" actId="207"/>
          <ac:spMkLst>
            <pc:docMk/>
            <pc:sldMk cId="755672297" sldId="256"/>
            <ac:spMk id="16" creationId="{E390D84A-0F3B-7E23-FB60-859A84F648F4}"/>
          </ac:spMkLst>
        </pc:spChg>
        <pc:spChg chg="add mod">
          <ac:chgData name="Gilbert, Neil" userId="37be9f5c-8f28-415b-96d6-624acf93bb3f" providerId="ADAL" clId="{18ED56B6-1921-416C-9A28-3F6F3C8390B5}" dt="2025-12-11T15:42:21.308" v="144" actId="1076"/>
          <ac:spMkLst>
            <pc:docMk/>
            <pc:sldMk cId="755672297" sldId="256"/>
            <ac:spMk id="24" creationId="{3B20E2D3-94B4-1731-0E88-44AEBEF499FE}"/>
          </ac:spMkLst>
        </pc:spChg>
        <pc:spChg chg="mod">
          <ac:chgData name="Gilbert, Neil" userId="37be9f5c-8f28-415b-96d6-624acf93bb3f" providerId="ADAL" clId="{18ED56B6-1921-416C-9A28-3F6F3C8390B5}" dt="2025-12-11T15:38:48.904" v="128" actId="1076"/>
          <ac:spMkLst>
            <pc:docMk/>
            <pc:sldMk cId="755672297" sldId="256"/>
            <ac:spMk id="27" creationId="{C212EC7C-2AE4-7AAF-F6BC-4FF04FADC599}"/>
          </ac:spMkLst>
        </pc:spChg>
        <pc:spChg chg="mod">
          <ac:chgData name="Gilbert, Neil" userId="37be9f5c-8f28-415b-96d6-624acf93bb3f" providerId="ADAL" clId="{18ED56B6-1921-416C-9A28-3F6F3C8390B5}" dt="2025-12-11T15:38:44.771" v="127" actId="1076"/>
          <ac:spMkLst>
            <pc:docMk/>
            <pc:sldMk cId="755672297" sldId="256"/>
            <ac:spMk id="28" creationId="{1906362E-AD5A-C8A8-170B-6087E5ED7DA2}"/>
          </ac:spMkLst>
        </pc:spChg>
        <pc:spChg chg="add mod">
          <ac:chgData name="Gilbert, Neil" userId="37be9f5c-8f28-415b-96d6-624acf93bb3f" providerId="ADAL" clId="{18ED56B6-1921-416C-9A28-3F6F3C8390B5}" dt="2025-12-11T15:42:05.858" v="142" actId="1076"/>
          <ac:spMkLst>
            <pc:docMk/>
            <pc:sldMk cId="755672297" sldId="256"/>
            <ac:spMk id="31" creationId="{5BE1FFFB-91E3-88C9-D2EA-EB86A9C709EA}"/>
          </ac:spMkLst>
        </pc:spChg>
        <pc:spChg chg="add mod">
          <ac:chgData name="Gilbert, Neil" userId="37be9f5c-8f28-415b-96d6-624acf93bb3f" providerId="ADAL" clId="{18ED56B6-1921-416C-9A28-3F6F3C8390B5}" dt="2025-12-11T15:41:37.729" v="137" actId="1076"/>
          <ac:spMkLst>
            <pc:docMk/>
            <pc:sldMk cId="755672297" sldId="256"/>
            <ac:spMk id="38" creationId="{E785E38A-2EC7-5DA6-D59B-868DECA56F66}"/>
          </ac:spMkLst>
        </pc:spChg>
        <pc:spChg chg="add mod">
          <ac:chgData name="Gilbert, Neil" userId="37be9f5c-8f28-415b-96d6-624acf93bb3f" providerId="ADAL" clId="{18ED56B6-1921-416C-9A28-3F6F3C8390B5}" dt="2025-12-11T15:42:25.786" v="145" actId="1076"/>
          <ac:spMkLst>
            <pc:docMk/>
            <pc:sldMk cId="755672297" sldId="256"/>
            <ac:spMk id="39" creationId="{4ADCFA41-24CB-4B62-5250-DEA51EB88B3A}"/>
          </ac:spMkLst>
        </pc:spChg>
        <pc:spChg chg="add mod">
          <ac:chgData name="Gilbert, Neil" userId="37be9f5c-8f28-415b-96d6-624acf93bb3f" providerId="ADAL" clId="{18ED56B6-1921-416C-9A28-3F6F3C8390B5}" dt="2025-12-11T15:41:47.569" v="140" actId="1076"/>
          <ac:spMkLst>
            <pc:docMk/>
            <pc:sldMk cId="755672297" sldId="256"/>
            <ac:spMk id="47" creationId="{BEB3E9F4-0F7B-28F8-051E-8A0ED629D4CB}"/>
          </ac:spMkLst>
        </pc:spChg>
        <pc:picChg chg="add del ord">
          <ac:chgData name="Gilbert, Neil" userId="37be9f5c-8f28-415b-96d6-624acf93bb3f" providerId="ADAL" clId="{18ED56B6-1921-416C-9A28-3F6F3C8390B5}" dt="2025-12-11T14:53:34.578" v="14" actId="166"/>
          <ac:picMkLst>
            <pc:docMk/>
            <pc:sldMk cId="755672297" sldId="256"/>
            <ac:picMk id="4" creationId="{3B6EB3A4-C645-759C-AD3C-71E548808CA0}"/>
          </ac:picMkLst>
        </pc:picChg>
        <pc:picChg chg="mod ord">
          <ac:chgData name="Gilbert, Neil" userId="37be9f5c-8f28-415b-96d6-624acf93bb3f" providerId="ADAL" clId="{18ED56B6-1921-416C-9A28-3F6F3C8390B5}" dt="2025-12-11T15:42:53.739" v="149" actId="1076"/>
          <ac:picMkLst>
            <pc:docMk/>
            <pc:sldMk cId="755672297" sldId="256"/>
            <ac:picMk id="6" creationId="{1C8FFB07-4211-3E7E-D78D-9B9AC03C435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0882" y="897890"/>
            <a:ext cx="4429999" cy="1910080"/>
          </a:xfrm>
        </p:spPr>
        <p:txBody>
          <a:bodyPr anchor="b"/>
          <a:lstStyle>
            <a:lvl1pPr algn="ctr">
              <a:defRPr sz="34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1471" y="2881630"/>
            <a:ext cx="3908822" cy="1324610"/>
          </a:xfrm>
        </p:spPr>
        <p:txBody>
          <a:bodyPr/>
          <a:lstStyle>
            <a:lvl1pPr marL="0" indent="0" algn="ctr">
              <a:buNone/>
              <a:defRPr sz="1368"/>
            </a:lvl1pPr>
            <a:lvl2pPr marL="260604" indent="0" algn="ctr">
              <a:buNone/>
              <a:defRPr sz="1140"/>
            </a:lvl2pPr>
            <a:lvl3pPr marL="521208" indent="0" algn="ctr">
              <a:buNone/>
              <a:defRPr sz="1026"/>
            </a:lvl3pPr>
            <a:lvl4pPr marL="781812" indent="0" algn="ctr">
              <a:buNone/>
              <a:defRPr sz="912"/>
            </a:lvl4pPr>
            <a:lvl5pPr marL="1042416" indent="0" algn="ctr">
              <a:buNone/>
              <a:defRPr sz="912"/>
            </a:lvl5pPr>
            <a:lvl6pPr marL="1303020" indent="0" algn="ctr">
              <a:buNone/>
              <a:defRPr sz="912"/>
            </a:lvl6pPr>
            <a:lvl7pPr marL="1563624" indent="0" algn="ctr">
              <a:buNone/>
              <a:defRPr sz="912"/>
            </a:lvl7pPr>
            <a:lvl8pPr marL="1824228" indent="0" algn="ctr">
              <a:buNone/>
              <a:defRPr sz="912"/>
            </a:lvl8pPr>
            <a:lvl9pPr marL="2084832" indent="0" algn="ctr">
              <a:buNone/>
              <a:defRPr sz="9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68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7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4" y="1367791"/>
            <a:ext cx="4495146" cy="2282190"/>
          </a:xfrm>
        </p:spPr>
        <p:txBody>
          <a:bodyPr anchor="b"/>
          <a:lstStyle>
            <a:lvl1pPr>
              <a:defRPr sz="34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94" y="3671571"/>
            <a:ext cx="4495146" cy="1200150"/>
          </a:xfrm>
        </p:spPr>
        <p:txBody>
          <a:bodyPr/>
          <a:lstStyle>
            <a:lvl1pPr marL="0" indent="0">
              <a:buNone/>
              <a:defRPr sz="1368">
                <a:solidFill>
                  <a:schemeClr val="tx1">
                    <a:tint val="82000"/>
                  </a:schemeClr>
                </a:solidFill>
              </a:defRPr>
            </a:lvl1pPr>
            <a:lvl2pPr marL="260604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2pPr>
            <a:lvl3pPr marL="521208" indent="0">
              <a:buNone/>
              <a:defRPr sz="1026">
                <a:solidFill>
                  <a:schemeClr val="tx1">
                    <a:tint val="82000"/>
                  </a:schemeClr>
                </a:solidFill>
              </a:defRPr>
            </a:lvl3pPr>
            <a:lvl4pPr marL="781812" indent="0">
              <a:buNone/>
              <a:defRPr sz="912">
                <a:solidFill>
                  <a:schemeClr val="tx1">
                    <a:tint val="82000"/>
                  </a:schemeClr>
                </a:solidFill>
              </a:defRPr>
            </a:lvl4pPr>
            <a:lvl5pPr marL="1042416" indent="0">
              <a:buNone/>
              <a:defRPr sz="912">
                <a:solidFill>
                  <a:schemeClr val="tx1">
                    <a:tint val="82000"/>
                  </a:schemeClr>
                </a:solidFill>
              </a:defRPr>
            </a:lvl5pPr>
            <a:lvl6pPr marL="1303020" indent="0">
              <a:buNone/>
              <a:defRPr sz="912">
                <a:solidFill>
                  <a:schemeClr val="tx1">
                    <a:tint val="82000"/>
                  </a:schemeClr>
                </a:solidFill>
              </a:defRPr>
            </a:lvl6pPr>
            <a:lvl7pPr marL="1563624" indent="0">
              <a:buNone/>
              <a:defRPr sz="912">
                <a:solidFill>
                  <a:schemeClr val="tx1">
                    <a:tint val="82000"/>
                  </a:schemeClr>
                </a:solidFill>
              </a:defRPr>
            </a:lvl7pPr>
            <a:lvl8pPr marL="1824228" indent="0">
              <a:buNone/>
              <a:defRPr sz="912">
                <a:solidFill>
                  <a:schemeClr val="tx1">
                    <a:tint val="82000"/>
                  </a:schemeClr>
                </a:solidFill>
              </a:defRPr>
            </a:lvl8pPr>
            <a:lvl9pPr marL="2084832" indent="0">
              <a:buNone/>
              <a:defRPr sz="9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0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8309" y="1460500"/>
            <a:ext cx="2214999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38455" y="1460500"/>
            <a:ext cx="2214999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987" y="292101"/>
            <a:ext cx="4495146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988" y="1344930"/>
            <a:ext cx="2204820" cy="659130"/>
          </a:xfrm>
        </p:spPr>
        <p:txBody>
          <a:bodyPr anchor="b"/>
          <a:lstStyle>
            <a:lvl1pPr marL="0" indent="0">
              <a:buNone/>
              <a:defRPr sz="1368" b="1"/>
            </a:lvl1pPr>
            <a:lvl2pPr marL="260604" indent="0">
              <a:buNone/>
              <a:defRPr sz="1140" b="1"/>
            </a:lvl2pPr>
            <a:lvl3pPr marL="521208" indent="0">
              <a:buNone/>
              <a:defRPr sz="1026" b="1"/>
            </a:lvl3pPr>
            <a:lvl4pPr marL="781812" indent="0">
              <a:buNone/>
              <a:defRPr sz="912" b="1"/>
            </a:lvl4pPr>
            <a:lvl5pPr marL="1042416" indent="0">
              <a:buNone/>
              <a:defRPr sz="912" b="1"/>
            </a:lvl5pPr>
            <a:lvl6pPr marL="1303020" indent="0">
              <a:buNone/>
              <a:defRPr sz="912" b="1"/>
            </a:lvl6pPr>
            <a:lvl7pPr marL="1563624" indent="0">
              <a:buNone/>
              <a:defRPr sz="912" b="1"/>
            </a:lvl7pPr>
            <a:lvl8pPr marL="1824228" indent="0">
              <a:buNone/>
              <a:defRPr sz="912" b="1"/>
            </a:lvl8pPr>
            <a:lvl9pPr marL="2084832" indent="0">
              <a:buNone/>
              <a:defRPr sz="9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8988" y="2004060"/>
            <a:ext cx="2204820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38455" y="1344930"/>
            <a:ext cx="2215678" cy="659130"/>
          </a:xfrm>
        </p:spPr>
        <p:txBody>
          <a:bodyPr anchor="b"/>
          <a:lstStyle>
            <a:lvl1pPr marL="0" indent="0">
              <a:buNone/>
              <a:defRPr sz="1368" b="1"/>
            </a:lvl1pPr>
            <a:lvl2pPr marL="260604" indent="0">
              <a:buNone/>
              <a:defRPr sz="1140" b="1"/>
            </a:lvl2pPr>
            <a:lvl3pPr marL="521208" indent="0">
              <a:buNone/>
              <a:defRPr sz="1026" b="1"/>
            </a:lvl3pPr>
            <a:lvl4pPr marL="781812" indent="0">
              <a:buNone/>
              <a:defRPr sz="912" b="1"/>
            </a:lvl4pPr>
            <a:lvl5pPr marL="1042416" indent="0">
              <a:buNone/>
              <a:defRPr sz="912" b="1"/>
            </a:lvl5pPr>
            <a:lvl6pPr marL="1303020" indent="0">
              <a:buNone/>
              <a:defRPr sz="912" b="1"/>
            </a:lvl6pPr>
            <a:lvl7pPr marL="1563624" indent="0">
              <a:buNone/>
              <a:defRPr sz="912" b="1"/>
            </a:lvl7pPr>
            <a:lvl8pPr marL="1824228" indent="0">
              <a:buNone/>
              <a:defRPr sz="912" b="1"/>
            </a:lvl8pPr>
            <a:lvl9pPr marL="2084832" indent="0">
              <a:buNone/>
              <a:defRPr sz="9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38455" y="2004060"/>
            <a:ext cx="2215678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51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6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7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988" y="365760"/>
            <a:ext cx="1680929" cy="1280160"/>
          </a:xfrm>
        </p:spPr>
        <p:txBody>
          <a:bodyPr anchor="b"/>
          <a:lstStyle>
            <a:lvl1pPr>
              <a:defRPr sz="18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5678" y="789941"/>
            <a:ext cx="2638455" cy="3898900"/>
          </a:xfrm>
        </p:spPr>
        <p:txBody>
          <a:bodyPr/>
          <a:lstStyle>
            <a:lvl1pPr>
              <a:defRPr sz="1824"/>
            </a:lvl1pPr>
            <a:lvl2pPr>
              <a:defRPr sz="1596"/>
            </a:lvl2pPr>
            <a:lvl3pPr>
              <a:defRPr sz="1368"/>
            </a:lvl3pPr>
            <a:lvl4pPr>
              <a:defRPr sz="1140"/>
            </a:lvl4pPr>
            <a:lvl5pPr>
              <a:defRPr sz="1140"/>
            </a:lvl5pPr>
            <a:lvl6pPr>
              <a:defRPr sz="1140"/>
            </a:lvl6pPr>
            <a:lvl7pPr>
              <a:defRPr sz="1140"/>
            </a:lvl7pPr>
            <a:lvl8pPr>
              <a:defRPr sz="1140"/>
            </a:lvl8pPr>
            <a:lvl9pPr>
              <a:defRPr sz="11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988" y="1645920"/>
            <a:ext cx="1680929" cy="3049270"/>
          </a:xfrm>
        </p:spPr>
        <p:txBody>
          <a:bodyPr/>
          <a:lstStyle>
            <a:lvl1pPr marL="0" indent="0">
              <a:buNone/>
              <a:defRPr sz="912"/>
            </a:lvl1pPr>
            <a:lvl2pPr marL="260604" indent="0">
              <a:buNone/>
              <a:defRPr sz="798"/>
            </a:lvl2pPr>
            <a:lvl3pPr marL="521208" indent="0">
              <a:buNone/>
              <a:defRPr sz="684"/>
            </a:lvl3pPr>
            <a:lvl4pPr marL="781812" indent="0">
              <a:buNone/>
              <a:defRPr sz="570"/>
            </a:lvl4pPr>
            <a:lvl5pPr marL="1042416" indent="0">
              <a:buNone/>
              <a:defRPr sz="570"/>
            </a:lvl5pPr>
            <a:lvl6pPr marL="1303020" indent="0">
              <a:buNone/>
              <a:defRPr sz="570"/>
            </a:lvl6pPr>
            <a:lvl7pPr marL="1563624" indent="0">
              <a:buNone/>
              <a:defRPr sz="570"/>
            </a:lvl7pPr>
            <a:lvl8pPr marL="1824228" indent="0">
              <a:buNone/>
              <a:defRPr sz="570"/>
            </a:lvl8pPr>
            <a:lvl9pPr marL="2084832" indent="0">
              <a:buNone/>
              <a:defRPr sz="5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7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988" y="365760"/>
            <a:ext cx="1680929" cy="1280160"/>
          </a:xfrm>
        </p:spPr>
        <p:txBody>
          <a:bodyPr anchor="b"/>
          <a:lstStyle>
            <a:lvl1pPr>
              <a:defRPr sz="18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15678" y="789941"/>
            <a:ext cx="2638455" cy="3898900"/>
          </a:xfrm>
        </p:spPr>
        <p:txBody>
          <a:bodyPr anchor="t"/>
          <a:lstStyle>
            <a:lvl1pPr marL="0" indent="0">
              <a:buNone/>
              <a:defRPr sz="1824"/>
            </a:lvl1pPr>
            <a:lvl2pPr marL="260604" indent="0">
              <a:buNone/>
              <a:defRPr sz="1596"/>
            </a:lvl2pPr>
            <a:lvl3pPr marL="521208" indent="0">
              <a:buNone/>
              <a:defRPr sz="1368"/>
            </a:lvl3pPr>
            <a:lvl4pPr marL="781812" indent="0">
              <a:buNone/>
              <a:defRPr sz="1140"/>
            </a:lvl4pPr>
            <a:lvl5pPr marL="1042416" indent="0">
              <a:buNone/>
              <a:defRPr sz="1140"/>
            </a:lvl5pPr>
            <a:lvl6pPr marL="1303020" indent="0">
              <a:buNone/>
              <a:defRPr sz="1140"/>
            </a:lvl6pPr>
            <a:lvl7pPr marL="1563624" indent="0">
              <a:buNone/>
              <a:defRPr sz="1140"/>
            </a:lvl7pPr>
            <a:lvl8pPr marL="1824228" indent="0">
              <a:buNone/>
              <a:defRPr sz="1140"/>
            </a:lvl8pPr>
            <a:lvl9pPr marL="2084832" indent="0">
              <a:buNone/>
              <a:defRPr sz="11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988" y="1645920"/>
            <a:ext cx="1680929" cy="3049270"/>
          </a:xfrm>
        </p:spPr>
        <p:txBody>
          <a:bodyPr/>
          <a:lstStyle>
            <a:lvl1pPr marL="0" indent="0">
              <a:buNone/>
              <a:defRPr sz="912"/>
            </a:lvl1pPr>
            <a:lvl2pPr marL="260604" indent="0">
              <a:buNone/>
              <a:defRPr sz="798"/>
            </a:lvl2pPr>
            <a:lvl3pPr marL="521208" indent="0">
              <a:buNone/>
              <a:defRPr sz="684"/>
            </a:lvl3pPr>
            <a:lvl4pPr marL="781812" indent="0">
              <a:buNone/>
              <a:defRPr sz="570"/>
            </a:lvl4pPr>
            <a:lvl5pPr marL="1042416" indent="0">
              <a:buNone/>
              <a:defRPr sz="570"/>
            </a:lvl5pPr>
            <a:lvl6pPr marL="1303020" indent="0">
              <a:buNone/>
              <a:defRPr sz="570"/>
            </a:lvl6pPr>
            <a:lvl7pPr marL="1563624" indent="0">
              <a:buNone/>
              <a:defRPr sz="570"/>
            </a:lvl7pPr>
            <a:lvl8pPr marL="1824228" indent="0">
              <a:buNone/>
              <a:defRPr sz="570"/>
            </a:lvl8pPr>
            <a:lvl9pPr marL="2084832" indent="0">
              <a:buNone/>
              <a:defRPr sz="5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3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6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668" y="292100"/>
            <a:ext cx="1123786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8309" y="292100"/>
            <a:ext cx="3306212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309" y="292101"/>
            <a:ext cx="4495146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309" y="1460500"/>
            <a:ext cx="4495146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8309" y="5085081"/>
            <a:ext cx="1172647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D73E6-7E75-4E39-938D-6446E26014F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26397" y="5085081"/>
            <a:ext cx="17589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80807" y="5085081"/>
            <a:ext cx="1172647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E1C09-4DB7-4E71-9067-C412593E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1208" rtl="0" eaLnBrk="1" latinLnBrk="0" hangingPunct="1">
        <a:lnSpc>
          <a:spcPct val="90000"/>
        </a:lnSpc>
        <a:spcBef>
          <a:spcPct val="0"/>
        </a:spcBef>
        <a:buNone/>
        <a:defRPr sz="25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0302" indent="-130302" algn="l" defTabSz="521208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1596" kern="1200">
          <a:solidFill>
            <a:schemeClr val="tx1"/>
          </a:solidFill>
          <a:latin typeface="+mn-lt"/>
          <a:ea typeface="+mn-ea"/>
          <a:cs typeface="+mn-cs"/>
        </a:defRPr>
      </a:lvl1pPr>
      <a:lvl2pPr marL="390906" indent="-130302" algn="l" defTabSz="521208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2pPr>
      <a:lvl3pPr marL="651510" indent="-130302" algn="l" defTabSz="521208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3pPr>
      <a:lvl4pPr marL="912114" indent="-130302" algn="l" defTabSz="521208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26" kern="1200">
          <a:solidFill>
            <a:schemeClr val="tx1"/>
          </a:solidFill>
          <a:latin typeface="+mn-lt"/>
          <a:ea typeface="+mn-ea"/>
          <a:cs typeface="+mn-cs"/>
        </a:defRPr>
      </a:lvl4pPr>
      <a:lvl5pPr marL="1172718" indent="-130302" algn="l" defTabSz="521208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26" kern="1200">
          <a:solidFill>
            <a:schemeClr val="tx1"/>
          </a:solidFill>
          <a:latin typeface="+mn-lt"/>
          <a:ea typeface="+mn-ea"/>
          <a:cs typeface="+mn-cs"/>
        </a:defRPr>
      </a:lvl5pPr>
      <a:lvl6pPr marL="1433322" indent="-130302" algn="l" defTabSz="521208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26" kern="1200">
          <a:solidFill>
            <a:schemeClr val="tx1"/>
          </a:solidFill>
          <a:latin typeface="+mn-lt"/>
          <a:ea typeface="+mn-ea"/>
          <a:cs typeface="+mn-cs"/>
        </a:defRPr>
      </a:lvl6pPr>
      <a:lvl7pPr marL="1693926" indent="-130302" algn="l" defTabSz="521208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26" kern="1200">
          <a:solidFill>
            <a:schemeClr val="tx1"/>
          </a:solidFill>
          <a:latin typeface="+mn-lt"/>
          <a:ea typeface="+mn-ea"/>
          <a:cs typeface="+mn-cs"/>
        </a:defRPr>
      </a:lvl7pPr>
      <a:lvl8pPr marL="1954530" indent="-130302" algn="l" defTabSz="521208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26" kern="1200">
          <a:solidFill>
            <a:schemeClr val="tx1"/>
          </a:solidFill>
          <a:latin typeface="+mn-lt"/>
          <a:ea typeface="+mn-ea"/>
          <a:cs typeface="+mn-cs"/>
        </a:defRPr>
      </a:lvl8pPr>
      <a:lvl9pPr marL="2215134" indent="-130302" algn="l" defTabSz="521208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208" rtl="0" eaLnBrk="1" latinLnBrk="0" hangingPunct="1">
        <a:defRPr sz="1026" kern="1200">
          <a:solidFill>
            <a:schemeClr val="tx1"/>
          </a:solidFill>
          <a:latin typeface="+mn-lt"/>
          <a:ea typeface="+mn-ea"/>
          <a:cs typeface="+mn-cs"/>
        </a:defRPr>
      </a:lvl1pPr>
      <a:lvl2pPr marL="260604" algn="l" defTabSz="521208" rtl="0" eaLnBrk="1" latinLnBrk="0" hangingPunct="1">
        <a:defRPr sz="1026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algn="l" defTabSz="521208" rtl="0" eaLnBrk="1" latinLnBrk="0" hangingPunct="1">
        <a:defRPr sz="1026" kern="1200">
          <a:solidFill>
            <a:schemeClr val="tx1"/>
          </a:solidFill>
          <a:latin typeface="+mn-lt"/>
          <a:ea typeface="+mn-ea"/>
          <a:cs typeface="+mn-cs"/>
        </a:defRPr>
      </a:lvl3pPr>
      <a:lvl4pPr marL="781812" algn="l" defTabSz="521208" rtl="0" eaLnBrk="1" latinLnBrk="0" hangingPunct="1">
        <a:defRPr sz="1026" kern="1200">
          <a:solidFill>
            <a:schemeClr val="tx1"/>
          </a:solidFill>
          <a:latin typeface="+mn-lt"/>
          <a:ea typeface="+mn-ea"/>
          <a:cs typeface="+mn-cs"/>
        </a:defRPr>
      </a:lvl4pPr>
      <a:lvl5pPr marL="1042416" algn="l" defTabSz="521208" rtl="0" eaLnBrk="1" latinLnBrk="0" hangingPunct="1">
        <a:defRPr sz="1026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algn="l" defTabSz="521208" rtl="0" eaLnBrk="1" latinLnBrk="0" hangingPunct="1">
        <a:defRPr sz="1026" kern="1200">
          <a:solidFill>
            <a:schemeClr val="tx1"/>
          </a:solidFill>
          <a:latin typeface="+mn-lt"/>
          <a:ea typeface="+mn-ea"/>
          <a:cs typeface="+mn-cs"/>
        </a:defRPr>
      </a:lvl6pPr>
      <a:lvl7pPr marL="1563624" algn="l" defTabSz="521208" rtl="0" eaLnBrk="1" latinLnBrk="0" hangingPunct="1">
        <a:defRPr sz="1026" kern="1200">
          <a:solidFill>
            <a:schemeClr val="tx1"/>
          </a:solidFill>
          <a:latin typeface="+mn-lt"/>
          <a:ea typeface="+mn-ea"/>
          <a:cs typeface="+mn-cs"/>
        </a:defRPr>
      </a:lvl7pPr>
      <a:lvl8pPr marL="1824228" algn="l" defTabSz="521208" rtl="0" eaLnBrk="1" latinLnBrk="0" hangingPunct="1">
        <a:defRPr sz="1026" kern="1200">
          <a:solidFill>
            <a:schemeClr val="tx1"/>
          </a:solidFill>
          <a:latin typeface="+mn-lt"/>
          <a:ea typeface="+mn-ea"/>
          <a:cs typeface="+mn-cs"/>
        </a:defRPr>
      </a:lvl8pPr>
      <a:lvl9pPr marL="2084832" algn="l" defTabSz="521208" rtl="0" eaLnBrk="1" latinLnBrk="0" hangingPunct="1">
        <a:defRPr sz="10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415AEF7-7A57-9BDA-362D-2717F7F01ABB}"/>
              </a:ext>
            </a:extLst>
          </p:cNvPr>
          <p:cNvSpPr/>
          <p:nvPr/>
        </p:nvSpPr>
        <p:spPr>
          <a:xfrm>
            <a:off x="2463902" y="4411890"/>
            <a:ext cx="1059854" cy="63405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5DBDC5-8A87-F021-72A7-99600B0D61AD}"/>
              </a:ext>
            </a:extLst>
          </p:cNvPr>
          <p:cNvSpPr/>
          <p:nvPr/>
        </p:nvSpPr>
        <p:spPr>
          <a:xfrm>
            <a:off x="3917677" y="4411890"/>
            <a:ext cx="1059854" cy="63405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AF22DE-E1A6-F0F2-DBB6-6D70D2648CE0}"/>
              </a:ext>
            </a:extLst>
          </p:cNvPr>
          <p:cNvSpPr/>
          <p:nvPr/>
        </p:nvSpPr>
        <p:spPr>
          <a:xfrm>
            <a:off x="3922798" y="3111335"/>
            <a:ext cx="1059854" cy="63405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FC7993-FB3A-33B6-8E28-6765FADEAC7D}"/>
              </a:ext>
            </a:extLst>
          </p:cNvPr>
          <p:cNvSpPr/>
          <p:nvPr/>
        </p:nvSpPr>
        <p:spPr>
          <a:xfrm>
            <a:off x="2463902" y="3111335"/>
            <a:ext cx="1059854" cy="63405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26E2F3-78FF-6F07-5DB0-581F3C5261FB}"/>
              </a:ext>
            </a:extLst>
          </p:cNvPr>
          <p:cNvSpPr/>
          <p:nvPr/>
        </p:nvSpPr>
        <p:spPr>
          <a:xfrm>
            <a:off x="3922798" y="1807833"/>
            <a:ext cx="1059854" cy="63405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1FF500-7116-DB58-189D-095911D35445}"/>
              </a:ext>
            </a:extLst>
          </p:cNvPr>
          <p:cNvSpPr/>
          <p:nvPr/>
        </p:nvSpPr>
        <p:spPr>
          <a:xfrm>
            <a:off x="2463902" y="1810780"/>
            <a:ext cx="1059854" cy="63405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B5DC4-89A6-C563-D409-800469FB88F1}"/>
              </a:ext>
            </a:extLst>
          </p:cNvPr>
          <p:cNvSpPr/>
          <p:nvPr/>
        </p:nvSpPr>
        <p:spPr>
          <a:xfrm>
            <a:off x="2471975" y="511329"/>
            <a:ext cx="1059854" cy="63405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3A4DC2-6B3B-03AF-5F58-AAA58C8B990B}"/>
              </a:ext>
            </a:extLst>
          </p:cNvPr>
          <p:cNvSpPr/>
          <p:nvPr/>
        </p:nvSpPr>
        <p:spPr>
          <a:xfrm>
            <a:off x="3922798" y="510933"/>
            <a:ext cx="1059854" cy="63405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DDEB34-3673-5F43-FF66-DDD7BECBC458}"/>
              </a:ext>
            </a:extLst>
          </p:cNvPr>
          <p:cNvSpPr/>
          <p:nvPr/>
        </p:nvSpPr>
        <p:spPr>
          <a:xfrm>
            <a:off x="518164" y="316544"/>
            <a:ext cx="1363817" cy="204883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30AA8F-4900-CF33-FAE1-277864BA731B}"/>
              </a:ext>
            </a:extLst>
          </p:cNvPr>
          <p:cNvSpPr/>
          <p:nvPr/>
        </p:nvSpPr>
        <p:spPr>
          <a:xfrm>
            <a:off x="518163" y="3000057"/>
            <a:ext cx="1363817" cy="204883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9D4E30-A99D-6307-1FBA-E98180A76DD3}"/>
              </a:ext>
            </a:extLst>
          </p:cNvPr>
          <p:cNvSpPr/>
          <p:nvPr/>
        </p:nvSpPr>
        <p:spPr>
          <a:xfrm>
            <a:off x="881571" y="3156983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tufted titmouse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7E50C5-0710-02E7-CA98-2D81C8EFDC9C}"/>
              </a:ext>
            </a:extLst>
          </p:cNvPr>
          <p:cNvSpPr/>
          <p:nvPr/>
        </p:nvSpPr>
        <p:spPr>
          <a:xfrm>
            <a:off x="748212" y="4843948"/>
            <a:ext cx="992841" cy="225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barred owl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12EC7C-2AE4-7AAF-F6BC-4FF04FADC599}"/>
              </a:ext>
            </a:extLst>
          </p:cNvPr>
          <p:cNvSpPr/>
          <p:nvPr/>
        </p:nvSpPr>
        <p:spPr>
          <a:xfrm>
            <a:off x="4608617" y="664213"/>
            <a:ext cx="376237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3B3A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nocturnal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06362E-AD5A-C8A8-170B-6087E5ED7DA2}"/>
              </a:ext>
            </a:extLst>
          </p:cNvPr>
          <p:cNvSpPr/>
          <p:nvPr/>
        </p:nvSpPr>
        <p:spPr>
          <a:xfrm>
            <a:off x="3946655" y="695826"/>
            <a:ext cx="376237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CE9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diurnal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2BB3CE-D4D8-3295-50AF-EA7140CEA405}"/>
              </a:ext>
            </a:extLst>
          </p:cNvPr>
          <p:cNvSpPr/>
          <p:nvPr/>
        </p:nvSpPr>
        <p:spPr>
          <a:xfrm>
            <a:off x="2824300" y="1018149"/>
            <a:ext cx="672603" cy="126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3B3A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 nocturnal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B9CDF5-109B-12BA-5577-E049A6BA041F}"/>
              </a:ext>
            </a:extLst>
          </p:cNvPr>
          <p:cNvSpPr/>
          <p:nvPr/>
        </p:nvSpPr>
        <p:spPr>
          <a:xfrm>
            <a:off x="2473159" y="834227"/>
            <a:ext cx="271680" cy="1055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6C58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B453D8-5F8E-DBCD-F415-0BADDACEE160}"/>
              </a:ext>
            </a:extLst>
          </p:cNvPr>
          <p:cNvSpPr/>
          <p:nvPr/>
        </p:nvSpPr>
        <p:spPr>
          <a:xfrm>
            <a:off x="2527169" y="543403"/>
            <a:ext cx="618992" cy="193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700" i="1" dirty="0">
                <a:solidFill>
                  <a:srgbClr val="CE9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0% </a:t>
            </a:r>
          </a:p>
          <a:p>
            <a:r>
              <a:rPr lang="en-US" sz="700" i="1" dirty="0">
                <a:solidFill>
                  <a:srgbClr val="CE9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nocturnal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1077E8-6BFE-2D1F-8C2C-131DCCD540FC}"/>
              </a:ext>
            </a:extLst>
          </p:cNvPr>
          <p:cNvSpPr/>
          <p:nvPr/>
        </p:nvSpPr>
        <p:spPr>
          <a:xfrm>
            <a:off x="2410722" y="1902414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B753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E8AA26-2E40-EFC0-B720-084A85DF676A}"/>
              </a:ext>
            </a:extLst>
          </p:cNvPr>
          <p:cNvSpPr/>
          <p:nvPr/>
        </p:nvSpPr>
        <p:spPr>
          <a:xfrm>
            <a:off x="2951461" y="2284611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224B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65B3A6-A108-00F9-7092-B321944CC5A1}"/>
              </a:ext>
            </a:extLst>
          </p:cNvPr>
          <p:cNvSpPr/>
          <p:nvPr/>
        </p:nvSpPr>
        <p:spPr>
          <a:xfrm>
            <a:off x="3867567" y="2004808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72AE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2AE00B-ED9F-AAF1-5C5F-2BF85ABD78A3}"/>
              </a:ext>
            </a:extLst>
          </p:cNvPr>
          <p:cNvSpPr/>
          <p:nvPr/>
        </p:nvSpPr>
        <p:spPr>
          <a:xfrm>
            <a:off x="4523404" y="1981909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134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AF4F38-FC39-E880-A3D8-585288FAB280}"/>
              </a:ext>
            </a:extLst>
          </p:cNvPr>
          <p:cNvSpPr/>
          <p:nvPr/>
        </p:nvSpPr>
        <p:spPr>
          <a:xfrm>
            <a:off x="2481711" y="3291672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9071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sedentary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40B334-E5E3-EDB3-3969-F76B4BBAD202}"/>
              </a:ext>
            </a:extLst>
          </p:cNvPr>
          <p:cNvSpPr/>
          <p:nvPr/>
        </p:nvSpPr>
        <p:spPr>
          <a:xfrm>
            <a:off x="3021616" y="3569650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466C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73DF97-6630-914B-BF05-0473CDD6EBDC}"/>
              </a:ext>
            </a:extLst>
          </p:cNvPr>
          <p:cNvSpPr/>
          <p:nvPr/>
        </p:nvSpPr>
        <p:spPr>
          <a:xfrm>
            <a:off x="4461991" y="3281981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A97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cavity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5475DC-F91D-B155-96E8-28C0B982BE2D}"/>
              </a:ext>
            </a:extLst>
          </p:cNvPr>
          <p:cNvSpPr/>
          <p:nvPr/>
        </p:nvSpPr>
        <p:spPr>
          <a:xfrm>
            <a:off x="4383623" y="3491440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2E77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76D7DE-1600-0C43-DCA5-4B757B844E5A}"/>
              </a:ext>
            </a:extLst>
          </p:cNvPr>
          <p:cNvSpPr/>
          <p:nvPr/>
        </p:nvSpPr>
        <p:spPr>
          <a:xfrm>
            <a:off x="2400143" y="4872677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D29C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bright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E75047-CA1A-A404-C4A6-5EA82C0D8FE6}"/>
              </a:ext>
            </a:extLst>
          </p:cNvPr>
          <p:cNvSpPr/>
          <p:nvPr/>
        </p:nvSpPr>
        <p:spPr>
          <a:xfrm>
            <a:off x="2430107" y="4592560"/>
            <a:ext cx="526256" cy="1023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3B23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59B477-52FB-BFE6-F813-597B4705F43F}"/>
              </a:ext>
            </a:extLst>
          </p:cNvPr>
          <p:cNvSpPr/>
          <p:nvPr/>
        </p:nvSpPr>
        <p:spPr>
          <a:xfrm>
            <a:off x="3931920" y="4507619"/>
            <a:ext cx="874627" cy="187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D97D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hours from sunrise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3E7354E-0E0B-CA72-9DE7-8DAAB8D3F2AC}"/>
              </a:ext>
            </a:extLst>
          </p:cNvPr>
          <p:cNvSpPr/>
          <p:nvPr/>
        </p:nvSpPr>
        <p:spPr>
          <a:xfrm>
            <a:off x="4209438" y="4819810"/>
            <a:ext cx="874627" cy="187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i="1" dirty="0">
                <a:solidFill>
                  <a:srgbClr val="094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hours from sunrise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3C900A4-C2E5-ACD9-BBEC-0E86976FB735}"/>
              </a:ext>
            </a:extLst>
          </p:cNvPr>
          <p:cNvSpPr/>
          <p:nvPr/>
        </p:nvSpPr>
        <p:spPr>
          <a:xfrm>
            <a:off x="1297922" y="3462814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american</a:t>
            </a:r>
            <a:r>
              <a:rPr lang="en-US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robin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21F9ACA-828F-A3D1-2FC6-4162C29B0A5C}"/>
              </a:ext>
            </a:extLst>
          </p:cNvPr>
          <p:cNvCxnSpPr>
            <a:cxnSpLocks/>
          </p:cNvCxnSpPr>
          <p:nvPr/>
        </p:nvCxnSpPr>
        <p:spPr>
          <a:xfrm flipH="1">
            <a:off x="948419" y="3290851"/>
            <a:ext cx="207956" cy="317747"/>
          </a:xfrm>
          <a:prstGeom prst="straightConnector1">
            <a:avLst/>
          </a:prstGeom>
          <a:ln w="889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97736DA-86DE-6C79-5DA3-926CA941B2F0}"/>
              </a:ext>
            </a:extLst>
          </p:cNvPr>
          <p:cNvSpPr/>
          <p:nvPr/>
        </p:nvSpPr>
        <p:spPr>
          <a:xfrm>
            <a:off x="1509084" y="3607275"/>
            <a:ext cx="452334" cy="666750"/>
          </a:xfrm>
          <a:custGeom>
            <a:avLst/>
            <a:gdLst>
              <a:gd name="connsiteX0" fmla="*/ 241300 w 452334"/>
              <a:gd name="connsiteY0" fmla="*/ 0 h 666750"/>
              <a:gd name="connsiteX1" fmla="*/ 444500 w 452334"/>
              <a:gd name="connsiteY1" fmla="*/ 222250 h 666750"/>
              <a:gd name="connsiteX2" fmla="*/ 0 w 452334"/>
              <a:gd name="connsiteY2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334" h="666750">
                <a:moveTo>
                  <a:pt x="241300" y="0"/>
                </a:moveTo>
                <a:cubicBezTo>
                  <a:pt x="363008" y="55562"/>
                  <a:pt x="484717" y="111125"/>
                  <a:pt x="444500" y="222250"/>
                </a:cubicBezTo>
                <a:cubicBezTo>
                  <a:pt x="404283" y="333375"/>
                  <a:pt x="202141" y="500062"/>
                  <a:pt x="0" y="666750"/>
                </a:cubicBezTo>
              </a:path>
            </a:pathLst>
          </a:custGeom>
          <a:noFill/>
          <a:ln w="8890">
            <a:solidFill>
              <a:schemeClr val="tx1"/>
            </a:solidFill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A2E7AFA-9762-A8E3-A6AC-BE3F91C4D2F5}"/>
              </a:ext>
            </a:extLst>
          </p:cNvPr>
          <p:cNvCxnSpPr>
            <a:cxnSpLocks/>
          </p:cNvCxnSpPr>
          <p:nvPr/>
        </p:nvCxnSpPr>
        <p:spPr>
          <a:xfrm flipH="1" flipV="1">
            <a:off x="925608" y="4823078"/>
            <a:ext cx="93477" cy="133582"/>
          </a:xfrm>
          <a:prstGeom prst="straightConnector1">
            <a:avLst/>
          </a:prstGeom>
          <a:ln w="889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972BC6D-28C0-31AD-0895-FB07026EA6A9}"/>
              </a:ext>
            </a:extLst>
          </p:cNvPr>
          <p:cNvSpPr/>
          <p:nvPr/>
        </p:nvSpPr>
        <p:spPr>
          <a:xfrm>
            <a:off x="3845275" y="495173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rgbClr val="CE9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 0.01</a:t>
            </a:r>
          </a:p>
        </p:txBody>
      </p:sp>
      <p:pic>
        <p:nvPicPr>
          <p:cNvPr id="4" name="Picture 3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3B6EB3A4-C645-759C-AD3C-71E548808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1680" cy="5486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EC144C-3924-93BF-509D-5E1B159C3A11}"/>
              </a:ext>
            </a:extLst>
          </p:cNvPr>
          <p:cNvSpPr/>
          <p:nvPr/>
        </p:nvSpPr>
        <p:spPr>
          <a:xfrm>
            <a:off x="3005269" y="491929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 0.01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C295CF-92B9-6874-9FEE-50656EAE389B}"/>
              </a:ext>
            </a:extLst>
          </p:cNvPr>
          <p:cNvSpPr/>
          <p:nvPr/>
        </p:nvSpPr>
        <p:spPr>
          <a:xfrm>
            <a:off x="3008376" y="1789503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 0.01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8CA453-F773-98A6-F16A-E6B55B8176CE}"/>
              </a:ext>
            </a:extLst>
          </p:cNvPr>
          <p:cNvSpPr/>
          <p:nvPr/>
        </p:nvSpPr>
        <p:spPr>
          <a:xfrm>
            <a:off x="4553712" y="1789503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rgbClr val="134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= 0.06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D61F72-77AB-E206-AF12-E1803864EB7F}"/>
              </a:ext>
            </a:extLst>
          </p:cNvPr>
          <p:cNvSpPr/>
          <p:nvPr/>
        </p:nvSpPr>
        <p:spPr>
          <a:xfrm>
            <a:off x="4552636" y="495173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rgbClr val="3B3A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 0.01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AC9D5-6C40-1FE8-E495-1CDFFF52722A}"/>
              </a:ext>
            </a:extLst>
          </p:cNvPr>
          <p:cNvSpPr/>
          <p:nvPr/>
        </p:nvSpPr>
        <p:spPr>
          <a:xfrm>
            <a:off x="3849624" y="1793703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rgbClr val="72AE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 0.01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90D84A-0F3B-7E23-FB60-859A84F648F4}"/>
              </a:ext>
            </a:extLst>
          </p:cNvPr>
          <p:cNvSpPr/>
          <p:nvPr/>
        </p:nvSpPr>
        <p:spPr>
          <a:xfrm>
            <a:off x="2346427" y="3086784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rgbClr val="9071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= 0.02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0E2D3-94B4-1731-0E88-44AEBEF499FE}"/>
              </a:ext>
            </a:extLst>
          </p:cNvPr>
          <p:cNvSpPr/>
          <p:nvPr/>
        </p:nvSpPr>
        <p:spPr>
          <a:xfrm>
            <a:off x="3008376" y="3086784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rgbClr val="466C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 0.01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E1FFFB-91E3-88C9-D2EA-EB86A9C709EA}"/>
              </a:ext>
            </a:extLst>
          </p:cNvPr>
          <p:cNvSpPr/>
          <p:nvPr/>
        </p:nvSpPr>
        <p:spPr>
          <a:xfrm>
            <a:off x="3849624" y="3090672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rgbClr val="2E77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= 0.04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85E38A-2EC7-5DA6-D59B-868DECA56F66}"/>
              </a:ext>
            </a:extLst>
          </p:cNvPr>
          <p:cNvSpPr/>
          <p:nvPr/>
        </p:nvSpPr>
        <p:spPr>
          <a:xfrm>
            <a:off x="4553712" y="3090672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rgbClr val="A97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 0.01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DCFA41-24CB-4B62-5250-DEA51EB88B3A}"/>
              </a:ext>
            </a:extLst>
          </p:cNvPr>
          <p:cNvSpPr/>
          <p:nvPr/>
        </p:nvSpPr>
        <p:spPr>
          <a:xfrm>
            <a:off x="3008376" y="4398264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= 0.02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B3E9F4-0F7B-28F8-051E-8A0ED629D4CB}"/>
              </a:ext>
            </a:extLst>
          </p:cNvPr>
          <p:cNvSpPr/>
          <p:nvPr/>
        </p:nvSpPr>
        <p:spPr>
          <a:xfrm>
            <a:off x="4553712" y="4398264"/>
            <a:ext cx="636999" cy="144461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= 0.02</a:t>
            </a:r>
          </a:p>
        </p:txBody>
      </p: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C8FFB07-4211-3E7E-D78D-9B9AC03C4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0" y="0"/>
            <a:ext cx="3200401" cy="5486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B50D599-479B-F819-01A8-8622EE24BB7A}"/>
              </a:ext>
            </a:extLst>
          </p:cNvPr>
          <p:cNvSpPr/>
          <p:nvPr/>
        </p:nvSpPr>
        <p:spPr>
          <a:xfrm>
            <a:off x="3917677" y="4144733"/>
            <a:ext cx="1059854" cy="2585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of eclipse maximum</a:t>
            </a:r>
          </a:p>
        </p:txBody>
      </p:sp>
    </p:spTree>
    <p:extLst>
      <p:ext uri="{BB962C8B-B14F-4D97-AF65-F5344CB8AC3E}">
        <p14:creationId xmlns:p14="http://schemas.microsoft.com/office/powerpoint/2010/main" val="75567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1454</TotalTime>
  <Words>74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3</cp:revision>
  <dcterms:created xsi:type="dcterms:W3CDTF">2025-05-07T17:30:23Z</dcterms:created>
  <dcterms:modified xsi:type="dcterms:W3CDTF">2025-12-11T15:43:01Z</dcterms:modified>
</cp:coreProperties>
</file>