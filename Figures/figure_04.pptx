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4E00"/>
    <a:srgbClr val="382E1B"/>
    <a:srgbClr val="E09D24"/>
    <a:srgbClr val="E6B050"/>
    <a:srgbClr val="E7B55B"/>
    <a:srgbClr val="1C1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48757-9D5F-486A-82F6-E9A53BCBE0EC}" v="2" dt="2025-12-11T15:50:14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5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21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undo custSel modSld">
      <pc:chgData name="Gilbert, Neil" userId="37be9f5c-8f28-415b-96d6-624acf93bb3f" providerId="ADAL" clId="{18ED56B6-1921-416C-9A28-3F6F3C8390B5}" dt="2025-12-11T15:50:35.321" v="16" actId="207"/>
      <pc:docMkLst>
        <pc:docMk/>
      </pc:docMkLst>
      <pc:sldChg chg="addSp modSp mod">
        <pc:chgData name="Gilbert, Neil" userId="37be9f5c-8f28-415b-96d6-624acf93bb3f" providerId="ADAL" clId="{18ED56B6-1921-416C-9A28-3F6F3C8390B5}" dt="2025-12-11T15:50:35.321" v="16" actId="207"/>
        <pc:sldMkLst>
          <pc:docMk/>
          <pc:sldMk cId="3411422184" sldId="256"/>
        </pc:sldMkLst>
        <pc:spChg chg="add mod">
          <ac:chgData name="Gilbert, Neil" userId="37be9f5c-8f28-415b-96d6-624acf93bb3f" providerId="ADAL" clId="{18ED56B6-1921-416C-9A28-3F6F3C8390B5}" dt="2025-12-11T15:50:04.627" v="12" actId="20577"/>
          <ac:spMkLst>
            <pc:docMk/>
            <pc:sldMk cId="3411422184" sldId="256"/>
            <ac:spMk id="2" creationId="{8F4D1F6A-C21C-D925-F627-B3A4DAF69925}"/>
          </ac:spMkLst>
        </pc:spChg>
        <pc:spChg chg="add mod">
          <ac:chgData name="Gilbert, Neil" userId="37be9f5c-8f28-415b-96d6-624acf93bb3f" providerId="ADAL" clId="{18ED56B6-1921-416C-9A28-3F6F3C8390B5}" dt="2025-12-11T15:50:35.321" v="16" actId="207"/>
          <ac:spMkLst>
            <pc:docMk/>
            <pc:sldMk cId="3411422184" sldId="256"/>
            <ac:spMk id="3" creationId="{D7CF51DF-0838-CE75-B163-8D2115511C37}"/>
          </ac:spMkLst>
        </pc:spChg>
        <pc:spChg chg="mod">
          <ac:chgData name="Gilbert, Neil" userId="37be9f5c-8f28-415b-96d6-624acf93bb3f" providerId="ADAL" clId="{18ED56B6-1921-416C-9A28-3F6F3C8390B5}" dt="2025-12-11T15:49:53.915" v="0" actId="1076"/>
          <ac:spMkLst>
            <pc:docMk/>
            <pc:sldMk cId="3411422184" sldId="256"/>
            <ac:spMk id="22" creationId="{1A036D06-E639-B276-AE49-DCBE16E00079}"/>
          </ac:spMkLst>
        </pc:spChg>
        <pc:spChg chg="mod">
          <ac:chgData name="Gilbert, Neil" userId="37be9f5c-8f28-415b-96d6-624acf93bb3f" providerId="ADAL" clId="{18ED56B6-1921-416C-9A28-3F6F3C8390B5}" dt="2025-12-11T15:50:11.940" v="13" actId="1076"/>
          <ac:spMkLst>
            <pc:docMk/>
            <pc:sldMk cId="3411422184" sldId="256"/>
            <ac:spMk id="23" creationId="{7E8F2D37-AF78-F99F-12B7-7E3311DF88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8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1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0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3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9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3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6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1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4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63D12-3D85-4112-B404-6DA9A76AD2B0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8392C-027F-48F9-B050-0E416E9E1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F3DF354-F6C1-F8E8-FB22-95A098F47E6C}"/>
              </a:ext>
            </a:extLst>
          </p:cNvPr>
          <p:cNvSpPr/>
          <p:nvPr/>
        </p:nvSpPr>
        <p:spPr>
          <a:xfrm>
            <a:off x="2804825" y="2540726"/>
            <a:ext cx="1623080" cy="159312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5C18B7-1B00-AC44-6F31-D85289AE6910}"/>
              </a:ext>
            </a:extLst>
          </p:cNvPr>
          <p:cNvSpPr/>
          <p:nvPr/>
        </p:nvSpPr>
        <p:spPr>
          <a:xfrm>
            <a:off x="542271" y="2540726"/>
            <a:ext cx="1623080" cy="159312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F0575EA-F876-B35B-FFDF-125758C2C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457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6AA4C64-FE8C-DAC6-D73D-DEFADFEFCBD4}"/>
              </a:ext>
            </a:extLst>
          </p:cNvPr>
          <p:cNvSpPr/>
          <p:nvPr/>
        </p:nvSpPr>
        <p:spPr>
          <a:xfrm>
            <a:off x="535922" y="1910554"/>
            <a:ext cx="1645920" cy="27432"/>
          </a:xfrm>
          <a:prstGeom prst="rect">
            <a:avLst/>
          </a:prstGeom>
          <a:gradFill flip="none" rotWithShape="1">
            <a:gsLst>
              <a:gs pos="0">
                <a:srgbClr val="EBC174"/>
              </a:gs>
              <a:gs pos="100000">
                <a:srgbClr val="000000"/>
              </a:gs>
            </a:gsLst>
            <a:lin ang="0" scaled="1"/>
            <a:tileRect/>
          </a:gradFill>
          <a:ln w="127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0E79D-EDBE-4DD0-7EEC-0645C1754B56}"/>
              </a:ext>
            </a:extLst>
          </p:cNvPr>
          <p:cNvSpPr/>
          <p:nvPr/>
        </p:nvSpPr>
        <p:spPr>
          <a:xfrm>
            <a:off x="2801650" y="1896838"/>
            <a:ext cx="1645920" cy="27432"/>
          </a:xfrm>
          <a:prstGeom prst="rect">
            <a:avLst/>
          </a:prstGeom>
          <a:gradFill flip="none" rotWithShape="1">
            <a:gsLst>
              <a:gs pos="0">
                <a:srgbClr val="EBC174"/>
              </a:gs>
              <a:gs pos="100000">
                <a:srgbClr val="000000"/>
              </a:gs>
            </a:gsLst>
            <a:lin ang="0" scaled="1"/>
            <a:tileRect/>
          </a:gradFill>
          <a:ln w="127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36D06-E639-B276-AE49-DCBE16E00079}"/>
              </a:ext>
            </a:extLst>
          </p:cNvPr>
          <p:cNvSpPr/>
          <p:nvPr/>
        </p:nvSpPr>
        <p:spPr>
          <a:xfrm>
            <a:off x="1396208" y="362881"/>
            <a:ext cx="595313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008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eclipse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8F2D37-AF78-F99F-12B7-7E3311DF88A3}"/>
              </a:ext>
            </a:extLst>
          </p:cNvPr>
          <p:cNvSpPr/>
          <p:nvPr/>
        </p:nvSpPr>
        <p:spPr>
          <a:xfrm>
            <a:off x="483395" y="1104301"/>
            <a:ext cx="883443" cy="103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D04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annular eclipse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5EB29B-2944-3376-1963-C13AD4A393A2}"/>
              </a:ext>
            </a:extLst>
          </p:cNvPr>
          <p:cNvSpPr/>
          <p:nvPr/>
        </p:nvSpPr>
        <p:spPr>
          <a:xfrm>
            <a:off x="3852257" y="466087"/>
            <a:ext cx="595313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008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eclipse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5128A7-5675-D462-D8A6-29EA6D3F8432}"/>
              </a:ext>
            </a:extLst>
          </p:cNvPr>
          <p:cNvSpPr/>
          <p:nvPr/>
        </p:nvSpPr>
        <p:spPr>
          <a:xfrm>
            <a:off x="2967037" y="334566"/>
            <a:ext cx="883443" cy="103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D04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annular eclipse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AC017E5-B420-D38C-B878-DC8C100E93E2}"/>
              </a:ext>
            </a:extLst>
          </p:cNvPr>
          <p:cNvGrpSpPr/>
          <p:nvPr/>
        </p:nvGrpSpPr>
        <p:grpSpPr>
          <a:xfrm>
            <a:off x="642126" y="2933423"/>
            <a:ext cx="1696470" cy="1198324"/>
            <a:chOff x="602500" y="2933423"/>
            <a:chExt cx="4114727" cy="119832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C55F93E-5955-C77F-20AF-0133385BC887}"/>
                </a:ext>
              </a:extLst>
            </p:cNvPr>
            <p:cNvSpPr/>
            <p:nvPr/>
          </p:nvSpPr>
          <p:spPr>
            <a:xfrm>
              <a:off x="3029732" y="2933423"/>
              <a:ext cx="1687495" cy="317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sz="800" i="1" dirty="0">
                  <a:solidFill>
                    <a:srgbClr val="E09D2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17% </a:t>
              </a:r>
            </a:p>
            <a:p>
              <a:r>
                <a:rPr lang="en-US" sz="800" i="1" dirty="0">
                  <a:solidFill>
                    <a:srgbClr val="E09D2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obscuration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865E8B-F618-F98F-0025-1111BE93B17C}"/>
                </a:ext>
              </a:extLst>
            </p:cNvPr>
            <p:cNvSpPr/>
            <p:nvPr/>
          </p:nvSpPr>
          <p:spPr>
            <a:xfrm>
              <a:off x="602500" y="3788211"/>
              <a:ext cx="1516061" cy="2447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sz="800" i="1" dirty="0">
                  <a:solidFill>
                    <a:srgbClr val="30271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83% obscuration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5188296-115F-EF4F-3B72-DAE133799FD3}"/>
                </a:ext>
              </a:extLst>
            </p:cNvPr>
            <p:cNvSpPr/>
            <p:nvPr/>
          </p:nvSpPr>
          <p:spPr>
            <a:xfrm>
              <a:off x="1938062" y="3689391"/>
              <a:ext cx="1935419" cy="442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 obscuration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2C4DA54-2547-F556-59E7-976DF48D03BD}"/>
              </a:ext>
            </a:extLst>
          </p:cNvPr>
          <p:cNvGrpSpPr/>
          <p:nvPr/>
        </p:nvGrpSpPr>
        <p:grpSpPr>
          <a:xfrm>
            <a:off x="2841326" y="2509695"/>
            <a:ext cx="1275954" cy="963965"/>
            <a:chOff x="-228402" y="2879723"/>
            <a:chExt cx="1275954" cy="9639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A41E60C-581A-B539-FE06-1EB1853AAD7C}"/>
                </a:ext>
              </a:extLst>
            </p:cNvPr>
            <p:cNvSpPr/>
            <p:nvPr/>
          </p:nvSpPr>
          <p:spPr>
            <a:xfrm>
              <a:off x="-228402" y="3707316"/>
              <a:ext cx="829469" cy="1363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sz="800" i="1" dirty="0">
                  <a:solidFill>
                    <a:srgbClr val="E09D2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17% obscuration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59AF91-E449-5AAA-AFCB-966F2A4ECCA8}"/>
                </a:ext>
              </a:extLst>
            </p:cNvPr>
            <p:cNvSpPr/>
            <p:nvPr/>
          </p:nvSpPr>
          <p:spPr>
            <a:xfrm>
              <a:off x="231377" y="2879723"/>
              <a:ext cx="816175" cy="2447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sz="800" i="1" dirty="0">
                  <a:solidFill>
                    <a:srgbClr val="382E1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 obscuration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FB004E-AAB3-C478-27D2-D4CBDD4FBE01}"/>
                </a:ext>
              </a:extLst>
            </p:cNvPr>
            <p:cNvSpPr/>
            <p:nvPr/>
          </p:nvSpPr>
          <p:spPr>
            <a:xfrm>
              <a:off x="154583" y="3371486"/>
              <a:ext cx="892969" cy="908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800" i="1" dirty="0">
                  <a:solidFill>
                    <a:srgbClr val="1C170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90% obscuration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3D79859-D69D-BCFB-57DA-0645010E1DAE}"/>
              </a:ext>
            </a:extLst>
          </p:cNvPr>
          <p:cNvSpPr/>
          <p:nvPr/>
        </p:nvSpPr>
        <p:spPr>
          <a:xfrm>
            <a:off x="273845" y="86514"/>
            <a:ext cx="209550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9E1AA6-D77F-71AB-8DDF-83F49B04EE86}"/>
              </a:ext>
            </a:extLst>
          </p:cNvPr>
          <p:cNvSpPr/>
          <p:nvPr/>
        </p:nvSpPr>
        <p:spPr>
          <a:xfrm>
            <a:off x="2286000" y="86514"/>
            <a:ext cx="209550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A2482D-2E20-FF42-49B3-E88F43D12855}"/>
              </a:ext>
            </a:extLst>
          </p:cNvPr>
          <p:cNvSpPr/>
          <p:nvPr/>
        </p:nvSpPr>
        <p:spPr>
          <a:xfrm>
            <a:off x="273845" y="2248295"/>
            <a:ext cx="209550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68A040-B2B4-E495-F1F1-0F4652C0FD84}"/>
              </a:ext>
            </a:extLst>
          </p:cNvPr>
          <p:cNvSpPr/>
          <p:nvPr/>
        </p:nvSpPr>
        <p:spPr>
          <a:xfrm>
            <a:off x="2286000" y="2245519"/>
            <a:ext cx="209550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9202D5-C0C0-FB99-EE08-C858E942C32C}"/>
              </a:ext>
            </a:extLst>
          </p:cNvPr>
          <p:cNvSpPr/>
          <p:nvPr/>
        </p:nvSpPr>
        <p:spPr>
          <a:xfrm rot="5400000">
            <a:off x="2669380" y="1124184"/>
            <a:ext cx="595313" cy="109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suppress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48662E-1ED8-9654-EE9D-C4B498F7DDB8}"/>
              </a:ext>
            </a:extLst>
          </p:cNvPr>
          <p:cNvCxnSpPr>
            <a:cxnSpLocks/>
          </p:cNvCxnSpPr>
          <p:nvPr/>
        </p:nvCxnSpPr>
        <p:spPr>
          <a:xfrm>
            <a:off x="2878136" y="954881"/>
            <a:ext cx="0" cy="75247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A5A5ED4-3C30-2148-6C6B-D7E69C06ED60}"/>
              </a:ext>
            </a:extLst>
          </p:cNvPr>
          <p:cNvSpPr/>
          <p:nvPr/>
        </p:nvSpPr>
        <p:spPr>
          <a:xfrm rot="5400000">
            <a:off x="2755932" y="628242"/>
            <a:ext cx="422207" cy="1097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B3B9C4-D2F9-DD4F-E9F8-C2F0631851C4}"/>
              </a:ext>
            </a:extLst>
          </p:cNvPr>
          <p:cNvCxnSpPr>
            <a:cxnSpLocks/>
          </p:cNvCxnSpPr>
          <p:nvPr/>
        </p:nvCxnSpPr>
        <p:spPr>
          <a:xfrm flipV="1">
            <a:off x="2878136" y="364331"/>
            <a:ext cx="0" cy="512846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F4D1F6A-C21C-D925-F627-B3A4DAF69925}"/>
              </a:ext>
            </a:extLst>
          </p:cNvPr>
          <p:cNvSpPr/>
          <p:nvPr/>
        </p:nvSpPr>
        <p:spPr>
          <a:xfrm>
            <a:off x="1396208" y="487100"/>
            <a:ext cx="595313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008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CF51DF-0838-CE75-B163-8D2115511C37}"/>
              </a:ext>
            </a:extLst>
          </p:cNvPr>
          <p:cNvSpPr/>
          <p:nvPr/>
        </p:nvSpPr>
        <p:spPr>
          <a:xfrm>
            <a:off x="566735" y="1225743"/>
            <a:ext cx="595313" cy="80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800" i="1" dirty="0">
                <a:solidFill>
                  <a:srgbClr val="D04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&lt; 0.01</a:t>
            </a:r>
          </a:p>
        </p:txBody>
      </p:sp>
    </p:spTree>
    <p:extLst>
      <p:ext uri="{BB962C8B-B14F-4D97-AF65-F5344CB8AC3E}">
        <p14:creationId xmlns:p14="http://schemas.microsoft.com/office/powerpoint/2010/main" val="341142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1119</TotalTime>
  <Words>46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2025-05-12T20:45:23Z</dcterms:created>
  <dcterms:modified xsi:type="dcterms:W3CDTF">2025-12-11T15:50:45Z</dcterms:modified>
</cp:coreProperties>
</file>